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16.xml" ContentType="application/vnd.openxmlformats-officedocument.theme+xml"/>
  <Override PartName="/ppt/theme/theme6.xml" ContentType="application/vnd.openxmlformats-officedocument.theme+xml"/>
  <Override PartName="/ppt/theme/theme15.xml" ContentType="application/vnd.openxmlformats-officedocument.theme+xml"/>
  <Override PartName="/ppt/theme/theme5.xml" ContentType="application/vnd.openxmlformats-officedocument.theme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3.xml" ContentType="application/vnd.openxmlformats-officedocument.theme+xml"/>
  <Override PartName="/ppt/theme/theme7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</p:sldMasterIdLst>
  <p:sldIdLst>
    <p:sldId id="256" r:id="rId18"/>
    <p:sldId id="257" r:id="rId19"/>
    <p:sldId id="258" r:id="rId20"/>
    <p:sldId id="259" r:id="rId21"/>
    <p:sldId id="260" r:id="rId22"/>
    <p:sldId id="261" r:id="rId23"/>
    <p:sldId id="262" r:id="rId24"/>
    <p:sldId id="263" r:id="rId25"/>
    <p:sldId id="264" r:id="rId26"/>
    <p:sldId id="265" r:id="rId27"/>
    <p:sldId id="266" r:id="rId28"/>
    <p:sldId id="267" r:id="rId2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" Target="slides/slide1.xml"/><Relationship Id="rId19" Type="http://schemas.openxmlformats.org/officeDocument/2006/relationships/slide" Target="slides/slide2.xml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22" Type="http://schemas.openxmlformats.org/officeDocument/2006/relationships/slide" Target="slides/slide5.xml"/><Relationship Id="rId23" Type="http://schemas.openxmlformats.org/officeDocument/2006/relationships/slide" Target="slides/slide6.xml"/><Relationship Id="rId24" Type="http://schemas.openxmlformats.org/officeDocument/2006/relationships/slide" Target="slides/slide7.xml"/><Relationship Id="rId25" Type="http://schemas.openxmlformats.org/officeDocument/2006/relationships/slide" Target="slides/slide8.xml"/><Relationship Id="rId26" Type="http://schemas.openxmlformats.org/officeDocument/2006/relationships/slide" Target="slides/slide9.xml"/><Relationship Id="rId27" Type="http://schemas.openxmlformats.org/officeDocument/2006/relationships/slide" Target="slides/slide10.xml"/><Relationship Id="rId28" Type="http://schemas.openxmlformats.org/officeDocument/2006/relationships/slide" Target="slides/slide11.xml"/><Relationship Id="rId29" Type="http://schemas.openxmlformats.org/officeDocument/2006/relationships/slide" Target="slides/slide12.xml"/><Relationship Id="rId3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subTitle"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14AF49-0235-4995-B6BE-07CC5FE7DA9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C823134-EF9E-436B-ACA3-B82AAF32E12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424DE67-59CF-4E82-99C2-0652AC9ED94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5686542B-959F-4F06-80A3-8CF01722D95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3679C414-F689-4391-B2D1-45E2C2B714E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4B7344A0-6FB3-4680-A9AE-DD1FC9423A3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75E94A30-494B-4304-AA77-84D4DC27264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11751581-8E6F-4B2E-BF1E-210F4C951BE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EB95FF16-9424-4B89-82C3-2C1974EE683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98E893F0-F5E4-4B1A-836D-70D5F7A8A23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4194720" cy="38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/>
          </p:nvPr>
        </p:nvSpPr>
        <p:spPr>
          <a:xfrm>
            <a:off x="5082120" y="2160720"/>
            <a:ext cx="4194720" cy="3880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55C60B06-37F0-44A5-A015-624C789E281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A75C3FE0-4184-47D4-855C-76C55EDB132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3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9"/>
          </p:nvPr>
        </p:nvSpPr>
        <p:spPr/>
        <p:txBody>
          <a:bodyPr/>
          <a:p>
            <a:fld id="{50F09292-F9E3-46D8-BBC1-896398DBF69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2"/>
          </p:nvPr>
        </p:nvSpPr>
        <p:spPr/>
        <p:txBody>
          <a:bodyPr/>
          <a:p>
            <a:fld id="{37D2C4E8-DB43-4650-9D48-7DC4145E6F4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5"/>
          </p:nvPr>
        </p:nvSpPr>
        <p:spPr/>
        <p:txBody>
          <a:bodyPr/>
          <a:p>
            <a:fld id="{A4339B61-DD80-4E42-A71D-60140AC5145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8"/>
          </p:nvPr>
        </p:nvSpPr>
        <p:spPr/>
        <p:txBody>
          <a:bodyPr/>
          <a:p>
            <a:fld id="{887A1A66-C873-4256-BFF9-ECA557BF627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2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3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4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5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6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7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8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9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0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</p:grpSp>
      <p:grpSp>
        <p:nvGrpSpPr>
          <p:cNvPr id="11" name="Group 6"/>
          <p:cNvGrpSpPr/>
          <p:nvPr/>
        </p:nvGrpSpPr>
        <p:grpSpPr>
          <a:xfrm>
            <a:off x="360" y="-8640"/>
            <a:ext cx="12191400" cy="6866640"/>
            <a:chOff x="360" y="-8640"/>
            <a:chExt cx="12191400" cy="6866640"/>
          </a:xfrm>
        </p:grpSpPr>
        <p:cxnSp>
          <p:nvCxnSpPr>
            <p:cNvPr id="12" name="Straight Connector 31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13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14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5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6" name="Isosceles Triangle 26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7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8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9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0" name="Isosceles Triangle 30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1" name="Isosceles Triangle 18"/>
            <p:cNvSpPr/>
            <p:nvPr/>
          </p:nvSpPr>
          <p:spPr>
            <a:xfrm rot="10800000">
              <a:off x="360" y="360"/>
              <a:ext cx="842400" cy="566568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</p:grp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06960" y="2404440"/>
            <a:ext cx="7766640" cy="164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r" defTabSz="457200">
              <a:lnSpc>
                <a:spcPct val="100000"/>
              </a:lnSpc>
              <a:buNone/>
            </a:pPr>
            <a:r>
              <a:rPr b="0" lang="en-US" sz="5400" spc="-1" strike="noStrike">
                <a:solidFill>
                  <a:schemeClr val="accent1"/>
                </a:solidFill>
                <a:latin typeface="Trebuchet MS"/>
              </a:rPr>
              <a:t>Click to edit Master title style</a:t>
            </a:r>
            <a:endParaRPr b="0" lang="en-US" sz="54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dt" idx="1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 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ftr" idx="2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sldNum" idx="3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968124D-2929-45E3-B216-EEC92514FC1C}" type="slidenum">
              <a:rPr b="0" lang="en-IN" sz="900" spc="-1" strike="noStrike">
                <a:solidFill>
                  <a:schemeClr val="accent1"/>
                </a:solidFill>
                <a:latin typeface="Trebuchet MS"/>
              </a:rPr>
              <a:t>5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Click to edit the outline text format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Second Outline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Third Outline Level</a:t>
            </a:r>
            <a:endParaRPr b="0" lang="en-US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Fourth Outline Level</a:t>
            </a:r>
            <a:endParaRPr b="0" lang="en-US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Fifth Outline Level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Sixth Outline Level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Seventh Outline Level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30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31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32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33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34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35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36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37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38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39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</p:grp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340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accent1"/>
                </a:solidFill>
                <a:latin typeface="Trebuchet MS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677160" y="4470480"/>
            <a:ext cx="8596440" cy="1570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Click to edit Master text styles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4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ftr" idx="5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sldNum" idx="6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B744E8D-63B8-4A7A-8116-5BC806D46B5A}" type="slidenum">
              <a:rPr b="0" lang="en-IN" sz="900" spc="-1" strike="noStrike">
                <a:solidFill>
                  <a:schemeClr val="accent1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46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47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48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49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50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51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52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53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54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55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</p:grp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931320" y="609480"/>
            <a:ext cx="8093880" cy="302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accent1"/>
                </a:solidFill>
                <a:latin typeface="Trebuchet MS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1366200" y="3632040"/>
            <a:ext cx="7224120" cy="380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>
                    <a:lumMod val="50000"/>
                    <a:lumOff val="50000"/>
                  </a:schemeClr>
                </a:solidFill>
                <a:latin typeface="Trebuchet MS"/>
              </a:rPr>
              <a:t>Click to edit Master text styles</a:t>
            </a:r>
            <a:endParaRPr b="0" lang="en-US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677160" y="4470480"/>
            <a:ext cx="8596440" cy="1570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Click to edit Master text styles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dt" idx="7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ftr" idx="8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sldNum" idx="9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A9996E0-A9F7-4F58-95BB-9EE36D3254F9}" type="slidenum">
              <a:rPr b="0" lang="en-IN" sz="900" spc="-1" strike="noStrike">
                <a:solidFill>
                  <a:schemeClr val="accent1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TextBox 19"/>
          <p:cNvSpPr/>
          <p:nvPr/>
        </p:nvSpPr>
        <p:spPr>
          <a:xfrm>
            <a:off x="541800" y="79020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8000" spc="-1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“</a:t>
            </a:r>
            <a:endParaRPr b="0" lang="en-US" sz="8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Box 21"/>
          <p:cNvSpPr/>
          <p:nvPr/>
        </p:nvSpPr>
        <p:spPr>
          <a:xfrm>
            <a:off x="8893080" y="288648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8000" spc="-1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b="0" lang="en-US" sz="8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65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66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67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68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69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70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71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72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73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74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</p:grpSp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77160" y="1932120"/>
            <a:ext cx="8596440" cy="2595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accent1"/>
                </a:solidFill>
                <a:latin typeface="Trebuchet MS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151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Click to edit Master text styles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dt" idx="10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ftr" idx="11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sldNum" idx="12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26304C3-C70C-49C3-ADED-06B198ABF0D2}" type="slidenum">
              <a:rPr b="0" lang="en-IN" sz="900" spc="-1" strike="noStrike">
                <a:solidFill>
                  <a:schemeClr val="accent1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81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82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83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84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85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86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87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88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89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90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</p:grp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931320" y="609480"/>
            <a:ext cx="8093880" cy="302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accent1"/>
                </a:solidFill>
                <a:latin typeface="Trebuchet MS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77160" y="4013280"/>
            <a:ext cx="8596440" cy="5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Click to edit Master text styles</a:t>
            </a:r>
            <a:endParaRPr b="0" lang="en-US" sz="2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151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>
                    <a:lumMod val="50000"/>
                    <a:lumOff val="50000"/>
                  </a:schemeClr>
                </a:solidFill>
                <a:latin typeface="Trebuchet MS"/>
              </a:rPr>
              <a:t>Click to edit Master text styles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dt" idx="13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ftr" idx="14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6" name="PlaceHolder 6"/>
          <p:cNvSpPr>
            <a:spLocks noGrp="1"/>
          </p:cNvSpPr>
          <p:nvPr>
            <p:ph type="sldNum" idx="15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7F5621A-A8E2-4F6E-B50C-2A4320B8F392}" type="slidenum">
              <a:rPr b="0" lang="en-IN" sz="900" spc="-1" strike="noStrike">
                <a:solidFill>
                  <a:schemeClr val="accent1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7" name="TextBox 23"/>
          <p:cNvSpPr/>
          <p:nvPr/>
        </p:nvSpPr>
        <p:spPr>
          <a:xfrm>
            <a:off x="541800" y="79020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8000" spc="-1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“</a:t>
            </a:r>
            <a:endParaRPr b="0" lang="en-US" sz="8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Box 24"/>
          <p:cNvSpPr/>
          <p:nvPr/>
        </p:nvSpPr>
        <p:spPr>
          <a:xfrm>
            <a:off x="8893080" y="2886480"/>
            <a:ext cx="609120" cy="58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8000" spc="-1" strike="noStrike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b="0" lang="en-US" sz="8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00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101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102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03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04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05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06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07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08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09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</p:grpSp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85800" y="609480"/>
            <a:ext cx="8587800" cy="302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accent1"/>
                </a:solidFill>
                <a:latin typeface="Trebuchet MS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677160" y="4013280"/>
            <a:ext cx="8596440" cy="51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accent1"/>
                </a:solidFill>
                <a:latin typeface="Trebuchet MS"/>
              </a:rPr>
              <a:t>Click to edit Master text styles</a:t>
            </a:r>
            <a:endParaRPr b="0" lang="en-US" sz="2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151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>
                    <a:lumMod val="50000"/>
                    <a:lumOff val="50000"/>
                  </a:schemeClr>
                </a:solidFill>
                <a:latin typeface="Trebuchet MS"/>
              </a:rPr>
              <a:t>Click to edit Master text styles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dt" idx="16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 type="ftr" idx="17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PlaceHolder 6"/>
          <p:cNvSpPr>
            <a:spLocks noGrp="1"/>
          </p:cNvSpPr>
          <p:nvPr>
            <p:ph type="sldNum" idx="18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09B7612-B4FE-4317-9460-8B19C67B266D}" type="slidenum">
              <a:rPr b="0" lang="en-IN" sz="900" spc="-1" strike="noStrike">
                <a:solidFill>
                  <a:schemeClr val="accent1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17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118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119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20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21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22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23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24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25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26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</p:grpSp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Trebuchet MS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Click to edit Master text styles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Second level</a:t>
            </a:r>
            <a:endParaRPr b="0" lang="en-US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Third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Fourth level</a:t>
            </a:r>
            <a:endParaRPr b="0" lang="en-US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Fifth level</a:t>
            </a:r>
            <a:endParaRPr b="0" lang="en-US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dt" idx="19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 type="ftr" idx="20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" name="PlaceHolder 5"/>
          <p:cNvSpPr>
            <a:spLocks noGrp="1"/>
          </p:cNvSpPr>
          <p:nvPr>
            <p:ph type="sldNum" idx="21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455897B-34E2-4D27-BE1F-AC650CDEB062}" type="slidenum">
              <a:rPr b="0" lang="en-IN" sz="900" spc="-1" strike="noStrike">
                <a:solidFill>
                  <a:schemeClr val="accent1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33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134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135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36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37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38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39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40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41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42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</p:grpSp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7967520" y="609480"/>
            <a:ext cx="1304280" cy="52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Trebuchet MS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77160" y="609480"/>
            <a:ext cx="7059960" cy="52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Click to edit Master text styles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Second level</a:t>
            </a:r>
            <a:endParaRPr b="0" lang="en-US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Third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Fourth level</a:t>
            </a:r>
            <a:endParaRPr b="0" lang="en-US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Fifth level</a:t>
            </a:r>
            <a:endParaRPr b="0" lang="en-US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dt" idx="22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 type="ftr" idx="23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7" name="PlaceHolder 5"/>
          <p:cNvSpPr>
            <a:spLocks noGrp="1"/>
          </p:cNvSpPr>
          <p:nvPr>
            <p:ph type="sldNum" idx="24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FF3546F-0B91-40F8-BC0E-061E37F85AB4}" type="slidenum">
              <a:rPr b="0" lang="en-IN" sz="900" spc="-1" strike="noStrike">
                <a:solidFill>
                  <a:schemeClr val="accent1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49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150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151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52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53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54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55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56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57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58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</p:grpSp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Trebuchet MS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Click to edit Master text styles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Second level</a:t>
            </a:r>
            <a:endParaRPr b="0" lang="en-US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Third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Fourth level</a:t>
            </a:r>
            <a:endParaRPr b="0" lang="en-US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Fifth level</a:t>
            </a:r>
            <a:endParaRPr b="0" lang="en-US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dt" idx="25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2" name="PlaceHolder 4"/>
          <p:cNvSpPr>
            <a:spLocks noGrp="1"/>
          </p:cNvSpPr>
          <p:nvPr>
            <p:ph type="ftr" idx="26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3" name="PlaceHolder 5"/>
          <p:cNvSpPr>
            <a:spLocks noGrp="1"/>
          </p:cNvSpPr>
          <p:nvPr>
            <p:ph type="sldNum" idx="27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C5CBAD7-60F4-4FD3-996F-2C5734A11ACA}" type="slidenum">
              <a:rPr b="0" lang="en-IN" sz="900" spc="-1" strike="noStrike">
                <a:solidFill>
                  <a:schemeClr val="accent1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67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168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169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70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71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72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73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74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75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76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</p:grpSp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677160" y="2700720"/>
            <a:ext cx="8596440" cy="182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accent1"/>
                </a:solidFill>
                <a:latin typeface="Trebuchet MS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677160" y="4527360"/>
            <a:ext cx="8596440" cy="860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lumMod val="50000"/>
                    <a:lumOff val="50000"/>
                  </a:schemeClr>
                </a:solidFill>
                <a:latin typeface="Trebuchet MS"/>
              </a:rPr>
              <a:t>Click to edit Master text styles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dt" idx="28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0" name="PlaceHolder 4"/>
          <p:cNvSpPr>
            <a:spLocks noGrp="1"/>
          </p:cNvSpPr>
          <p:nvPr>
            <p:ph type="ftr" idx="29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1" name="PlaceHolder 5"/>
          <p:cNvSpPr>
            <a:spLocks noGrp="1"/>
          </p:cNvSpPr>
          <p:nvPr>
            <p:ph type="sldNum" idx="30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1221BA5-5E61-4557-998E-D5756D7425B5}" type="slidenum">
              <a:rPr b="0" lang="en-IN" sz="900" spc="-1" strike="noStrike">
                <a:solidFill>
                  <a:schemeClr val="accent1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183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184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185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86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87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88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89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90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91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192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</p:grpSp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Trebuchet MS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677160" y="2160720"/>
            <a:ext cx="4183560" cy="388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Click to edit Master text styles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Second level</a:t>
            </a:r>
            <a:endParaRPr b="0" lang="en-US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Third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Fourth level</a:t>
            </a:r>
            <a:endParaRPr b="0" lang="en-US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Fifth level</a:t>
            </a:r>
            <a:endParaRPr b="0" lang="en-US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body"/>
          </p:nvPr>
        </p:nvSpPr>
        <p:spPr>
          <a:xfrm>
            <a:off x="5090040" y="2160720"/>
            <a:ext cx="4183560" cy="388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Click to edit Master text styles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Second level</a:t>
            </a:r>
            <a:endParaRPr b="0" lang="en-US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Third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Fourth level</a:t>
            </a:r>
            <a:endParaRPr b="0" lang="en-US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Fifth level</a:t>
            </a:r>
            <a:endParaRPr b="0" lang="en-US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 type="dt" idx="31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7" name="PlaceHolder 5"/>
          <p:cNvSpPr>
            <a:spLocks noGrp="1"/>
          </p:cNvSpPr>
          <p:nvPr>
            <p:ph type="ftr" idx="32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" name="PlaceHolder 6"/>
          <p:cNvSpPr>
            <a:spLocks noGrp="1"/>
          </p:cNvSpPr>
          <p:nvPr>
            <p:ph type="sldNum" idx="33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F55A9C1-244E-43FA-ADDF-6BDDC297D1C7}" type="slidenum">
              <a:rPr b="0" lang="en-IN" sz="900" spc="-1" strike="noStrike">
                <a:solidFill>
                  <a:schemeClr val="accent1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03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204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205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06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07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08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09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10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11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12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</p:grpSp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Trebuchet MS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675720" y="2161080"/>
            <a:ext cx="418536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Click to edit Master text styles</a:t>
            </a:r>
            <a:endParaRPr b="0" lang="en-US" sz="2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body"/>
          </p:nvPr>
        </p:nvSpPr>
        <p:spPr>
          <a:xfrm>
            <a:off x="675720" y="2737080"/>
            <a:ext cx="4185360" cy="330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Click to edit Master text styles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Second level</a:t>
            </a:r>
            <a:endParaRPr b="0" lang="en-US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Third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Fourth level</a:t>
            </a:r>
            <a:endParaRPr b="0" lang="en-US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Fifth level</a:t>
            </a:r>
            <a:endParaRPr b="0" lang="en-US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216" name="PlaceHolder 4"/>
          <p:cNvSpPr>
            <a:spLocks noGrp="1"/>
          </p:cNvSpPr>
          <p:nvPr>
            <p:ph type="body"/>
          </p:nvPr>
        </p:nvSpPr>
        <p:spPr>
          <a:xfrm>
            <a:off x="5088240" y="2161080"/>
            <a:ext cx="4185360" cy="57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Click to edit Master text styles</a:t>
            </a:r>
            <a:endParaRPr b="0" lang="en-US" sz="2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217" name="PlaceHolder 5"/>
          <p:cNvSpPr>
            <a:spLocks noGrp="1"/>
          </p:cNvSpPr>
          <p:nvPr>
            <p:ph type="body"/>
          </p:nvPr>
        </p:nvSpPr>
        <p:spPr>
          <a:xfrm>
            <a:off x="5088240" y="2737080"/>
            <a:ext cx="4185360" cy="3303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Click to edit Master text styles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Second level</a:t>
            </a:r>
            <a:endParaRPr b="0" lang="en-US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Third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Fourth level</a:t>
            </a:r>
            <a:endParaRPr b="0" lang="en-US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Fifth level</a:t>
            </a:r>
            <a:endParaRPr b="0" lang="en-US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218" name="PlaceHolder 6"/>
          <p:cNvSpPr>
            <a:spLocks noGrp="1"/>
          </p:cNvSpPr>
          <p:nvPr>
            <p:ph type="dt" idx="34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" name="PlaceHolder 7"/>
          <p:cNvSpPr>
            <a:spLocks noGrp="1"/>
          </p:cNvSpPr>
          <p:nvPr>
            <p:ph type="ftr" idx="35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0" name="PlaceHolder 8"/>
          <p:cNvSpPr>
            <a:spLocks noGrp="1"/>
          </p:cNvSpPr>
          <p:nvPr>
            <p:ph type="sldNum" idx="36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6DA596C-6E9B-4B8B-B3D2-94FE0549E081}" type="slidenum">
              <a:rPr b="0" lang="en-IN" sz="900" spc="-1" strike="noStrike">
                <a:solidFill>
                  <a:schemeClr val="accent1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22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223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224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25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26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27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28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29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30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31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</p:grpSp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Trebuchet MS"/>
              </a:rPr>
              <a:t>Click to edit Master title style</a:t>
            </a:r>
            <a:endParaRPr b="0" lang="en-US" sz="36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 type="dt" idx="37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ftr" idx="38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5" name="PlaceHolder 4"/>
          <p:cNvSpPr>
            <a:spLocks noGrp="1"/>
          </p:cNvSpPr>
          <p:nvPr>
            <p:ph type="sldNum" idx="39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04D1847-0760-46E9-9243-2E3714249230}" type="slidenum">
              <a:rPr b="0" lang="en-IN" sz="900" spc="-1" strike="noStrike">
                <a:solidFill>
                  <a:schemeClr val="accent1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38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239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240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41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42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43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44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45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46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47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</p:grpSp>
      <p:sp>
        <p:nvSpPr>
          <p:cNvPr id="248" name="PlaceHolder 1"/>
          <p:cNvSpPr>
            <a:spLocks noGrp="1"/>
          </p:cNvSpPr>
          <p:nvPr>
            <p:ph type="dt" idx="40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 type="ftr" idx="41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42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A2F51C7-B926-41D9-B6BA-DDCF30C662CE}" type="slidenum">
              <a:rPr b="0" lang="en-IN" sz="900" spc="-1" strike="noStrike">
                <a:solidFill>
                  <a:schemeClr val="accent1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52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253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254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55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56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57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58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59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60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61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</p:grpSp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677160" y="1498680"/>
            <a:ext cx="3854160" cy="127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2000" spc="-1" strike="noStrike">
                <a:solidFill>
                  <a:schemeClr val="accent1"/>
                </a:solidFill>
                <a:latin typeface="Trebuchet MS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4760640" y="514800"/>
            <a:ext cx="4513320" cy="5526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Click to edit Master text styles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6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Second level</a:t>
            </a:r>
            <a:endParaRPr b="0" lang="en-US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Third level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Fourth level</a:t>
            </a:r>
            <a:endParaRPr b="0" lang="en-US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Fifth level</a:t>
            </a:r>
            <a:endParaRPr b="0" lang="en-US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body"/>
          </p:nvPr>
        </p:nvSpPr>
        <p:spPr>
          <a:xfrm>
            <a:off x="677160" y="2777040"/>
            <a:ext cx="3854160" cy="258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Click to edit Master text styles</a:t>
            </a:r>
            <a:endParaRPr b="0" lang="en-US" sz="14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265" name="PlaceHolder 4"/>
          <p:cNvSpPr>
            <a:spLocks noGrp="1"/>
          </p:cNvSpPr>
          <p:nvPr>
            <p:ph type="dt" idx="43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6" name="PlaceHolder 5"/>
          <p:cNvSpPr>
            <a:spLocks noGrp="1"/>
          </p:cNvSpPr>
          <p:nvPr>
            <p:ph type="ftr" idx="44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7" name="PlaceHolder 6"/>
          <p:cNvSpPr>
            <a:spLocks noGrp="1"/>
          </p:cNvSpPr>
          <p:nvPr>
            <p:ph type="sldNum" idx="45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147EB94-BAB0-44D9-9514-257B48B9334A}" type="slidenum">
              <a:rPr b="0" lang="en-IN" sz="900" spc="-1" strike="noStrike">
                <a:solidFill>
                  <a:schemeClr val="accent1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8" name="Group 6"/>
          <p:cNvGrpSpPr/>
          <p:nvPr/>
        </p:nvGrpSpPr>
        <p:grpSpPr>
          <a:xfrm>
            <a:off x="0" y="-8640"/>
            <a:ext cx="12191760" cy="6866640"/>
            <a:chOff x="0" y="-8640"/>
            <a:chExt cx="12191760" cy="6866640"/>
          </a:xfrm>
        </p:grpSpPr>
        <p:cxnSp>
          <p:nvCxnSpPr>
            <p:cNvPr id="269" name="Straight Connector 19"/>
            <p:cNvCxnSpPr/>
            <p:nvPr/>
          </p:nvCxnSpPr>
          <p:spPr>
            <a:xfrm>
              <a:off x="9370800" y="0"/>
              <a:ext cx="1219680" cy="6858360"/>
            </a:xfrm>
            <a:prstGeom prst="straightConnector1">
              <a:avLst/>
            </a:prstGeom>
            <a:ln cap="rnd" w="9525">
              <a:solidFill>
                <a:srgbClr val="ffffff">
                  <a:lumMod val="75000"/>
                </a:srgbClr>
              </a:solidFill>
              <a:round/>
            </a:ln>
          </p:spPr>
        </p:cxnSp>
        <p:cxnSp>
          <p:nvCxnSpPr>
            <p:cNvPr id="270" name="Straight Connector 20"/>
            <p:cNvCxnSpPr/>
            <p:nvPr/>
          </p:nvCxnSpPr>
          <p:spPr>
            <a:xfrm flipH="1">
              <a:off x="7425000" y="3681360"/>
              <a:ext cx="4763880" cy="3177000"/>
            </a:xfrm>
            <a:prstGeom prst="straightConnector1">
              <a:avLst/>
            </a:prstGeom>
            <a:ln cap="rnd" w="9525">
              <a:solidFill>
                <a:srgbClr val="ffffff">
                  <a:lumMod val="85000"/>
                </a:srgbClr>
              </a:solidFill>
              <a:round/>
            </a:ln>
          </p:spPr>
        </p:cxnSp>
        <p:sp>
          <p:nvSpPr>
            <p:cNvPr id="271" name="Rectangle 23"/>
            <p:cNvSpPr/>
            <p:nvPr/>
          </p:nvSpPr>
          <p:spPr>
            <a:xfrm>
              <a:off x="9181440" y="-8640"/>
              <a:ext cx="3007080" cy="6866280"/>
            </a:xfrm>
            <a:custGeom>
              <a:avLst/>
              <a:gdLst>
                <a:gd name="textAreaLeft" fmla="*/ 0 w 3007080"/>
                <a:gd name="textAreaRight" fmla="*/ 3007440 w 3007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72" name="Rectangle 25"/>
            <p:cNvSpPr/>
            <p:nvPr/>
          </p:nvSpPr>
          <p:spPr>
            <a:xfrm>
              <a:off x="9603360" y="-8640"/>
              <a:ext cx="2588040" cy="6866280"/>
            </a:xfrm>
            <a:custGeom>
              <a:avLst/>
              <a:gdLst>
                <a:gd name="textAreaLeft" fmla="*/ 0 w 2588040"/>
                <a:gd name="textAreaRight" fmla="*/ 2588400 w 258804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73" name="Isosceles Triangle 23"/>
            <p:cNvSpPr/>
            <p:nvPr/>
          </p:nvSpPr>
          <p:spPr>
            <a:xfrm>
              <a:off x="8932320" y="3048120"/>
              <a:ext cx="3259440" cy="380952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74" name="Rectangle 27"/>
            <p:cNvSpPr/>
            <p:nvPr/>
          </p:nvSpPr>
          <p:spPr>
            <a:xfrm>
              <a:off x="9334440" y="-8640"/>
              <a:ext cx="2854080" cy="6866280"/>
            </a:xfrm>
            <a:custGeom>
              <a:avLst/>
              <a:gdLst>
                <a:gd name="textAreaLeft" fmla="*/ 0 w 2854080"/>
                <a:gd name="textAreaRight" fmla="*/ 2854440 w 28540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75" name="Rectangle 28"/>
            <p:cNvSpPr/>
            <p:nvPr/>
          </p:nvSpPr>
          <p:spPr>
            <a:xfrm>
              <a:off x="10898640" y="-8640"/>
              <a:ext cx="1289880" cy="6866280"/>
            </a:xfrm>
            <a:custGeom>
              <a:avLst/>
              <a:gdLst>
                <a:gd name="textAreaLeft" fmla="*/ 0 w 1289880"/>
                <a:gd name="textAreaRight" fmla="*/ 1290240 w 128988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76" name="Rectangle 29"/>
            <p:cNvSpPr/>
            <p:nvPr/>
          </p:nvSpPr>
          <p:spPr>
            <a:xfrm>
              <a:off x="10938960" y="-8640"/>
              <a:ext cx="1249560" cy="6866280"/>
            </a:xfrm>
            <a:custGeom>
              <a:avLst/>
              <a:gdLst>
                <a:gd name="textAreaLeft" fmla="*/ 0 w 1249560"/>
                <a:gd name="textAreaRight" fmla="*/ 1249920 w 1249560"/>
                <a:gd name="textAreaTop" fmla="*/ 0 h 6866280"/>
                <a:gd name="textAreaBottom" fmla="*/ 6866640 h 6866280"/>
              </a:gdLst>
              <a:ahLst/>
              <a:rect l="textAreaLeft" t="textAreaTop" r="textAreaRight" b="textAreaBottom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77" name="Isosceles Triangle 27"/>
            <p:cNvSpPr/>
            <p:nvPr/>
          </p:nvSpPr>
          <p:spPr>
            <a:xfrm>
              <a:off x="10371600" y="3589920"/>
              <a:ext cx="1816920" cy="326772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  <p:sp>
          <p:nvSpPr>
            <p:cNvPr id="278" name="Isosceles Triangle 28"/>
            <p:cNvSpPr/>
            <p:nvPr/>
          </p:nvSpPr>
          <p:spPr>
            <a:xfrm>
              <a:off x="0" y="4013280"/>
              <a:ext cx="448200" cy="284436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>
              <a:outerShdw blurRad="38160" dir="5400000" dist="25560" rotWithShape="0">
                <a:srgbClr val="000000">
                  <a:alpha val="3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457200">
                <a:lnSpc>
                  <a:spcPct val="100000"/>
                </a:lnSpc>
              </a:pPr>
              <a:endParaRPr b="0" lang="en-IN" sz="1800" spc="-1" strike="noStrike">
                <a:solidFill>
                  <a:schemeClr val="lt1"/>
                </a:solidFill>
                <a:latin typeface="Trebuchet MS"/>
              </a:endParaRPr>
            </a:p>
          </p:txBody>
        </p:sp>
      </p:grpSp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677160" y="4800600"/>
            <a:ext cx="85964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chemeClr val="accent1"/>
                </a:solidFill>
                <a:latin typeface="Trebuchet MS"/>
              </a:rPr>
              <a:t>Click to edit Master title style</a:t>
            </a:r>
            <a:endParaRPr b="0" lang="en-US" sz="24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677160" y="609480"/>
            <a:ext cx="8596440" cy="3845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Trebuchet MS"/>
              </a:rPr>
              <a:t>Click icon to add picture</a:t>
            </a:r>
            <a:endParaRPr b="0" lang="en-US" sz="16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body"/>
          </p:nvPr>
        </p:nvSpPr>
        <p:spPr>
          <a:xfrm>
            <a:off x="677160" y="5367240"/>
            <a:ext cx="8596440" cy="67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Click to edit Master text styles</a:t>
            </a:r>
            <a:endParaRPr b="0" lang="en-US" sz="12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  <p:sp>
        <p:nvSpPr>
          <p:cNvPr id="282" name="PlaceHolder 4"/>
          <p:cNvSpPr>
            <a:spLocks noGrp="1"/>
          </p:cNvSpPr>
          <p:nvPr>
            <p:ph type="dt" idx="46"/>
          </p:nvPr>
        </p:nvSpPr>
        <p:spPr>
          <a:xfrm>
            <a:off x="7205040" y="6041520"/>
            <a:ext cx="911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r>
              <a:rPr b="0" lang="en-IN" sz="900" spc="-1" strike="noStrike">
                <a:solidFill>
                  <a:schemeClr val="dk1">
                    <a:tint val="75000"/>
                  </a:schemeClr>
                </a:solidFill>
                <a:latin typeface="Trebuchet MS"/>
              </a:rPr>
              <a:t>&lt;date/time&gt;</a:t>
            </a:r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3" name="PlaceHolder 5"/>
          <p:cNvSpPr>
            <a:spLocks noGrp="1"/>
          </p:cNvSpPr>
          <p:nvPr>
            <p:ph type="ftr" idx="47"/>
          </p:nvPr>
        </p:nvSpPr>
        <p:spPr>
          <a:xfrm>
            <a:off x="677160" y="6041520"/>
            <a:ext cx="6297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4" name="PlaceHolder 6"/>
          <p:cNvSpPr>
            <a:spLocks noGrp="1"/>
          </p:cNvSpPr>
          <p:nvPr>
            <p:ph type="sldNum" idx="48"/>
          </p:nvPr>
        </p:nvSpPr>
        <p:spPr>
          <a:xfrm>
            <a:off x="8590680" y="6041520"/>
            <a:ext cx="682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IN" sz="900" spc="-1" strike="noStrike">
                <a:solidFill>
                  <a:schemeClr val="accent1"/>
                </a:solidFill>
                <a:latin typeface="Trebuchet MS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3E5E06E-95A8-4C77-8E28-4CC09F32CA0E}" type="slidenum">
              <a:rPr b="0" lang="en-IN" sz="900" spc="-1" strike="noStrike">
                <a:solidFill>
                  <a:schemeClr val="accent1"/>
                </a:solidFill>
                <a:latin typeface="Trebuchet MS"/>
              </a:rPr>
              <a:t>&lt;number&gt;</a:t>
            </a:fld>
            <a:endParaRPr b="0" lang="en-US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1506960" y="2404440"/>
            <a:ext cx="7766640" cy="164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87407" lnSpcReduction="20000"/>
          </a:bodyPr>
          <a:p>
            <a:pPr indent="0" algn="r" defTabSz="457200">
              <a:lnSpc>
                <a:spcPct val="100000"/>
              </a:lnSpc>
              <a:buNone/>
            </a:pPr>
            <a:r>
              <a:rPr b="0" lang="en-US" sz="4800" spc="-1" strike="noStrike">
                <a:solidFill>
                  <a:schemeClr val="accent1"/>
                </a:solidFill>
                <a:latin typeface="Trebuchet MS"/>
              </a:rPr>
              <a:t>Population Census and Demographics Insights Analytics System – Capstone </a:t>
            </a:r>
            <a:endParaRPr b="0" lang="en-US" sz="48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 type="subTitle"/>
          </p:nvPr>
        </p:nvSpPr>
        <p:spPr>
          <a:xfrm>
            <a:off x="1523880" y="4273920"/>
            <a:ext cx="9143640" cy="98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r" defTabSz="4572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>
                    <a:lumMod val="50000"/>
                    <a:lumOff val="50000"/>
                  </a:schemeClr>
                </a:solidFill>
                <a:latin typeface="Trebuchet MS"/>
              </a:rPr>
              <a:t>Keshav U Kartha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00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IN" sz="3600" spc="-1" strike="noStrike">
                <a:solidFill>
                  <a:schemeClr val="accent1"/>
                </a:solidFill>
                <a:latin typeface="Trebuchet MS"/>
              </a:rPr>
              <a:t>Problem Statement &amp; Project Objectives</a:t>
            </a:r>
            <a:endParaRPr b="0" lang="en-US" sz="36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288" name="PlaceHolder 2"/>
          <p:cNvSpPr>
            <a:spLocks noGrp="1"/>
          </p:cNvSpPr>
          <p:nvPr>
            <p:ph/>
          </p:nvPr>
        </p:nvSpPr>
        <p:spPr>
          <a:xfrm>
            <a:off x="677160" y="1613160"/>
            <a:ext cx="8596440" cy="442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An end-to-end analytics solution using Python, Pandas, Databricks, Airflow and Power BI to convert raw census evidence into policy-ready insights.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Project Objectives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Design and implement an end-to-end robust data analytics pipeline following a medallion architecture using databricks as the compute and storage backbone, airflow for orchestration, spark and pandas for analytics and Power BI for a visual representation of key insights derived.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IN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Derive highly insightful metrics from the data useful for a variety of stakeholders interested in this domain.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828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Trebuchet MS"/>
              </a:rPr>
              <a:t>Solution Architecture (High Level)</a:t>
            </a:r>
            <a:endParaRPr b="0" lang="en-US" sz="3600" spc="-1" strike="noStrike">
              <a:solidFill>
                <a:schemeClr val="dk1"/>
              </a:solidFill>
              <a:latin typeface="Trebuchet MS"/>
            </a:endParaRPr>
          </a:p>
        </p:txBody>
      </p:sp>
      <p:pic>
        <p:nvPicPr>
          <p:cNvPr id="290" name="Content Placeholder 15" descr=""/>
          <p:cNvPicPr/>
          <p:nvPr/>
        </p:nvPicPr>
        <p:blipFill>
          <a:blip r:embed="rId1"/>
          <a:stretch/>
        </p:blipFill>
        <p:spPr>
          <a:xfrm>
            <a:off x="1208520" y="2181600"/>
            <a:ext cx="7534800" cy="3838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96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Trebuchet MS"/>
              </a:rPr>
              <a:t>Salient Features of the Solution</a:t>
            </a:r>
            <a:endParaRPr b="0" lang="en-US" sz="36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/>
          </p:nvPr>
        </p:nvSpPr>
        <p:spPr>
          <a:xfrm>
            <a:off x="677160" y="1572120"/>
            <a:ext cx="8596440" cy="446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A production-style census analytics system designed with reliability, scalability, and analytical depth as core principles.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IN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Medallion Architecture (Bronze → Silver → Gold)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Robust File Registry &amp; Batch-Driven Ingestion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IN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Strong Data Validation Layer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IN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Validation-Driven Orchestration Logic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IN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Intelligent Retry &amp; Failure Handling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Slowly Changing Dimension (SCD-2) Person Modeling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IN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Advanced Gold-Layer Analytics</a:t>
            </a:r>
            <a:br>
              <a:rPr sz="1800"/>
            </a:br>
            <a:r>
              <a:rPr b="0" lang="en-IN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 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title"/>
          </p:nvPr>
        </p:nvSpPr>
        <p:spPr>
          <a:xfrm>
            <a:off x="544680" y="609480"/>
            <a:ext cx="9071640" cy="100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0555" lnSpcReduction="10000"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Trebuchet MS"/>
              </a:rPr>
              <a:t>Implementation Overview – End-to-End Pipeline</a:t>
            </a:r>
            <a:endParaRPr b="0" lang="en-US" sz="36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294" name="PlaceHolder 2"/>
          <p:cNvSpPr>
            <a:spLocks noGrp="1"/>
          </p:cNvSpPr>
          <p:nvPr>
            <p:ph/>
          </p:nvPr>
        </p:nvSpPr>
        <p:spPr>
          <a:xfrm>
            <a:off x="677160" y="1726200"/>
            <a:ext cx="8596440" cy="431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Raw census files are registered, fingerprinted, and versioned before ingestion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Bronze layer captures immutable raw records with ingestion metadata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Validation notebooks formally assess data quality before downstream processing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Silver layer performs canonicalization, deduplication, and entity modeling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Gold layer produces analytics-ready facts, indicators, and insight tables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Power BI consumes only curated Gold tables for reporting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023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833"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IN" sz="3600" spc="-1" strike="noStrike">
                <a:solidFill>
                  <a:schemeClr val="accent1"/>
                </a:solidFill>
                <a:latin typeface="Trebuchet MS"/>
              </a:rPr>
              <a:t>Implementation – Bronze Layer (Ingestion &amp; Quality Control)</a:t>
            </a:r>
            <a:endParaRPr b="0" lang="en-US" sz="36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296" name="PlaceHolder 2"/>
          <p:cNvSpPr>
            <a:spLocks noGrp="1"/>
          </p:cNvSpPr>
          <p:nvPr>
            <p:ph/>
          </p:nvPr>
        </p:nvSpPr>
        <p:spPr>
          <a:xfrm>
            <a:off x="677160" y="1962360"/>
            <a:ext cx="8596440" cy="4078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File registry maintains ingestion state, row counts, checksums, and attempt history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Bronze ingestion writes raw census data exactly as received, without business logic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All records are tagged with ingestion batch IDs and source file references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Bronze validation enforces hard data quality rules before allowing progression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Validation reports and audit tables capture every execution outcome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IN" sz="3600" spc="-1" strike="noStrike">
                <a:solidFill>
                  <a:schemeClr val="accent1"/>
                </a:solidFill>
                <a:latin typeface="Trebuchet MS"/>
              </a:rPr>
              <a:t>Implementation – Silver Layer (Conformance &amp; Data Modeling)</a:t>
            </a:r>
            <a:endParaRPr b="0" lang="en-US" sz="36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298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Deterministic entity resolution merges duplicate census records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Slowly Changing Dimension (SCD-2) logic preserves historical changes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Household-level aggregates are derived from person-level facts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A lineage table maps every canonical person back to raw records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Trebuchet MS"/>
              </a:rPr>
              <a:t>Implementation – Gold Layer (Analytics &amp; Insight Engineering)</a:t>
            </a:r>
            <a:endParaRPr b="0" lang="en-US" sz="36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Population and demographic fact tables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Literacy and employment indicator tables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Income distribution and inequality metrics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Education-level distributions and cross-analysis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Statistical small-area smoothing estimates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Flattened reporting tables for BI consumption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32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US" sz="3600" spc="-1" strike="noStrike">
                <a:solidFill>
                  <a:schemeClr val="accent1"/>
                </a:solidFill>
                <a:latin typeface="Trebuchet MS"/>
              </a:rPr>
              <a:t>Implementation – Workflow Orchestration with Airflow</a:t>
            </a:r>
            <a:endParaRPr b="0" lang="en-US" sz="36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/>
          </p:nvPr>
        </p:nvSpPr>
        <p:spPr>
          <a:xfrm>
            <a:off x="677160" y="2160720"/>
            <a:ext cx="8596440" cy="388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IN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Manual trigger ensures controlled execution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IN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Preflight checks prevent missing dependency failures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IN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Validation-driven branching governs pipeline behavior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IN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Intelligent retry policies handle transient failures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IN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Failures are immediately surfaced with detailed logs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IN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The pipeline never silently stalls or partially succeeds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457200" y="258120"/>
            <a:ext cx="8596440" cy="91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Trebuchet MS"/>
              </a:rPr>
              <a:t>Demo Screenshot</a:t>
            </a:r>
            <a:endParaRPr b="0" lang="en-US" sz="1800" spc="-1" strike="noStrike">
              <a:solidFill>
                <a:schemeClr val="dk1"/>
              </a:solidFill>
              <a:latin typeface="Trebuchet MS"/>
            </a:endParaRPr>
          </a:p>
        </p:txBody>
      </p:sp>
      <p:pic>
        <p:nvPicPr>
          <p:cNvPr id="304" name="" descr=""/>
          <p:cNvPicPr/>
          <p:nvPr/>
        </p:nvPicPr>
        <p:blipFill>
          <a:blip r:embed="rId1"/>
          <a:stretch/>
        </p:blipFill>
        <p:spPr>
          <a:xfrm>
            <a:off x="677160" y="2160720"/>
            <a:ext cx="8596440" cy="3880440"/>
          </a:xfrm>
          <a:prstGeom prst="rect">
            <a:avLst/>
          </a:prstGeom>
          <a:ln w="0">
            <a:noFill/>
          </a:ln>
        </p:spPr>
      </p:pic>
      <p:pic>
        <p:nvPicPr>
          <p:cNvPr id="305" name="" descr=""/>
          <p:cNvPicPr/>
          <p:nvPr/>
        </p:nvPicPr>
        <p:blipFill>
          <a:blip r:embed="rId2"/>
          <a:stretch/>
        </p:blipFill>
        <p:spPr>
          <a:xfrm>
            <a:off x="464040" y="1143000"/>
            <a:ext cx="8908560" cy="4999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1013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IN" sz="3600" spc="-1" strike="noStrike">
                <a:solidFill>
                  <a:schemeClr val="accent1"/>
                </a:solidFill>
                <a:latin typeface="Trebuchet MS"/>
              </a:rPr>
              <a:t>Results &amp; Business Value Delivered</a:t>
            </a:r>
            <a:endParaRPr b="0" lang="en-US" sz="36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307" name="PlaceHolder 2"/>
          <p:cNvSpPr>
            <a:spLocks noGrp="1"/>
          </p:cNvSpPr>
          <p:nvPr>
            <p:ph/>
          </p:nvPr>
        </p:nvSpPr>
        <p:spPr>
          <a:xfrm>
            <a:off x="677160" y="1695240"/>
            <a:ext cx="8596440" cy="434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Automated quality enforcement and auditability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Demographic and socio-economic indicators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Regional and temporal trend visibility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20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Decision-ready datasets powering interactive dashboards</a:t>
            </a:r>
            <a:endParaRPr b="0" lang="en-US" sz="20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title"/>
          </p:nvPr>
        </p:nvSpPr>
        <p:spPr>
          <a:xfrm>
            <a:off x="677160" y="609480"/>
            <a:ext cx="8596440" cy="86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0" lang="en-IN" sz="3600" spc="-1" strike="noStrike">
                <a:solidFill>
                  <a:schemeClr val="accent1"/>
                </a:solidFill>
                <a:latin typeface="Trebuchet MS"/>
              </a:rPr>
              <a:t>Future Scope &amp; Enhancements</a:t>
            </a:r>
            <a:endParaRPr b="0" lang="en-US" sz="3600" spc="-1" strike="noStrike">
              <a:solidFill>
                <a:schemeClr val="dk1"/>
              </a:solidFill>
              <a:latin typeface="Trebuchet MS"/>
            </a:endParaRPr>
          </a:p>
        </p:txBody>
      </p:sp>
      <p:sp>
        <p:nvSpPr>
          <p:cNvPr id="309" name="PlaceHolder 2"/>
          <p:cNvSpPr>
            <a:spLocks noGrp="1"/>
          </p:cNvSpPr>
          <p:nvPr>
            <p:ph/>
          </p:nvPr>
        </p:nvSpPr>
        <p:spPr>
          <a:xfrm>
            <a:off x="677160" y="1695240"/>
            <a:ext cx="8596440" cy="434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Integration with agentic AI frameworks to enable natural-language querying of Gold data, allowing stakeholders to generate instant business insights using simple English prompts.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Can be used for human development planning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Advanced anomaly detection and outlier models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Machine learning for population forecasting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90c226"/>
              </a:buClr>
              <a:buSzPct val="80000"/>
              <a:buFont typeface="Wingdings 3" charset="2"/>
              <a:buChar char=""/>
            </a:pPr>
            <a:r>
              <a:rPr b="0" lang="en-US" sz="1800" spc="-1" strike="noStrike">
                <a:solidFill>
                  <a:schemeClr val="dk1">
                    <a:lumMod val="75000"/>
                    <a:lumOff val="25000"/>
                  </a:schemeClr>
                </a:solidFill>
                <a:latin typeface="Trebuchet MS"/>
              </a:rPr>
              <a:t>Automated data quality scoring frameworks</a:t>
            </a:r>
            <a:endParaRPr b="0" lang="en-US" sz="1800" spc="-1" strike="noStrike">
              <a:solidFill>
                <a:schemeClr val="dk1">
                  <a:lumMod val="75000"/>
                  <a:lumOff val="25000"/>
                </a:schemeClr>
              </a:solidFill>
              <a:latin typeface="Trebuchet M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 pitchFamily="0" charset="1"/>
        <a:ea typeface=""/>
        <a:cs typeface=""/>
      </a:majorFont>
      <a:minorFont>
        <a:latin typeface="Trebuchet MS" panose="020B0603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12700" cap="rnd" cmpd="sng" algn="ctr">
          <a:prstDash val="solid"/>
        </a:ln>
        <a:ln w="19050" cap="rnd" cmpd="sng" algn="ctr">
          <a:prstDash val="solid"/>
        </a:ln>
        <a:ln w="25400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209</TotalTime>
  <Application>LibreOffice/24.2.7.2$Linux_X86_64 LibreOffice_project/420$Build-2</Application>
  <AppVersion>15.0000</AppVersion>
  <Words>508</Words>
  <Paragraphs>60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2026-01-06T15:41:45Z</dcterms:created>
  <dc:creator>Keshav Kartha</dc:creator>
  <dc:description/>
  <dc:language>en-US</dc:language>
  <cp:lastModifiedBy/>
  <dcterms:modified xsi:type="dcterms:W3CDTF">2026-01-07T02:07:37Z</dcterms:modified>
  <cp:revision>9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11</vt:i4>
  </property>
</Properties>
</file>